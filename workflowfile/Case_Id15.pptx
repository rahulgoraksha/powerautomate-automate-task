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741BA-8DBD-496F-9E4D-29B6D633A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7B653-8E72-49F5-B572-62853EEBB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D258-C45B-4C70-8A25-5854B863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B2FD-30D6-43A7-B8D3-53114E6C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06621-7016-41FC-8375-F583B56A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35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2306-44C1-48B1-A9F9-96353D49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BB57-BEBE-452E-ABE3-1451A5DD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0305D-440E-474F-908D-5667896A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8FDE5-50B9-47AE-8729-514CF635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EFB6-D220-4F13-89A7-6FCF35A9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84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FAE8-E682-4647-9F2D-C005854F7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AC32-A168-4E41-968E-C4669C68F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0C3AA-38AB-4FB6-9DB4-D86B7BB4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CAF0F-F2C6-45CF-8A1C-F768A616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5FC9-D34F-4895-AEA4-39654FC0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11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2AC9-5E30-4577-8198-621A56C9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086A9-3198-436D-94A3-B88534161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C4CC5-91F2-424C-B021-B2F21E8E9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255FF-9481-4B0F-8040-9BFE5D52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2E6D6-DD17-4D43-929C-926EC0F0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D0C3-F4B6-4FF0-9D72-F450E8E9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77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DBE1-2A5A-44E1-9A3C-71962D0C0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52F79-65E9-4D3A-BB52-2D17BDF58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B7A4-7505-4F6E-ADCF-611FC11C7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8D98E-816B-4EDC-8998-257BB6EEF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8BA95-5CF0-427D-8FDD-627D6937C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52682-1422-46FF-93B9-3612886F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8301D-68F2-4DA5-BF7D-CA02DBF1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A7E53-B84F-46CC-AF6F-23713A76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45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AC76-D532-4449-A04B-EAAD9C49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E807D-642F-4345-BC9B-F348C7B7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978E2-E013-4AB7-95DE-D05101B0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C1606-D4CC-46F2-99BE-A4030D9E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36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80F9C-CB9B-424A-BD3B-B67C42F1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B7280-2A06-4103-9031-6E0CB45C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04D4-F83A-44D1-9A69-A68AA9AA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83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18BA-1305-42E3-A429-C65792AB7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E398-EADD-4142-929A-BC4A61BA8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FAD9-67D1-428F-9B1E-8D097780F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5644F-9C06-4F3F-903A-90E2E201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1E45C-5DB5-4A77-88B5-CD178132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F7A9-6AF2-44D5-B875-0EB9D84C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15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7AF4-7A88-4BE0-B0B0-D7EE9FB4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ADE0E-C626-4EBD-B392-2373730B2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949C0-FC9D-4F7A-B960-B0C6F880C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47BB3-BF65-4B0E-B330-F7AA4F5E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52205-EE83-47FE-9C67-01DE8DAB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4E7AE-7632-420C-B0CE-64AA3550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02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8E98-644F-4299-96A5-009F6D8A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78C00-5EC1-4894-9B3F-243FC5A6B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A1D23-90C4-44C0-B545-214A39FB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AE8BA-F1F2-493B-B904-EA932DBC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26C9-95F7-4875-83F6-CCE61BF2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66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5F3B9-3B56-4E92-A59B-EBCA8B629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4DDB5-1943-4472-8611-51AFE6C85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41C0C-1317-47B5-8F89-B3148120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835EA-A353-492D-9F1B-A5E54819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03C53-99FC-4F3D-9455-238C7D3D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94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12362-E630-499C-BEF0-A82191C7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46019-F932-418F-9D7A-5E7F64CC5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B4FE1-C110-4C37-AF1C-0A5254F7B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7258-8F82-4A66-BF23-C42AE725F1B1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8AC6B-80A5-44A0-9152-9ECFAF98A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3239D-ED82-4A1B-9A26-D3A6EB5A6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F1D5-E919-44C8-8827-A3432EBA8F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52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C8325-23C1-4C07-9E08-297D47B50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587" y="450697"/>
            <a:ext cx="3422826" cy="595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1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4FB59-FEF2-455D-B696-C1A8CA63C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49" y="1873170"/>
            <a:ext cx="11697301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6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3B8F6B-FF50-4D7A-B725-8A78AB932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725"/>
            <a:ext cx="12192000" cy="617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3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Goraksha</dc:creator>
  <cp:lastModifiedBy>Rahul Goraksha</cp:lastModifiedBy>
  <cp:revision>4</cp:revision>
  <dcterms:created xsi:type="dcterms:W3CDTF">2026-04-10T05:34:46Z</dcterms:created>
  <dcterms:modified xsi:type="dcterms:W3CDTF">2026-04-10T07:31:19Z</dcterms:modified>
</cp:coreProperties>
</file>