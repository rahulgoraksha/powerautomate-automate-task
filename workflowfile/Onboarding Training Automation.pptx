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5" r:id="rId4"/>
    <p:sldId id="258" r:id="rId5"/>
    <p:sldId id="267" r:id="rId6"/>
    <p:sldId id="259" r:id="rId7"/>
    <p:sldId id="268" r:id="rId8"/>
    <p:sldId id="257" r:id="rId9"/>
    <p:sldId id="260" r:id="rId10"/>
    <p:sldId id="269" r:id="rId11"/>
    <p:sldId id="263" r:id="rId12"/>
    <p:sldId id="270" r:id="rId13"/>
    <p:sldId id="261" r:id="rId14"/>
    <p:sldId id="262" r:id="rId15"/>
    <p:sldId id="271" r:id="rId16"/>
    <p:sldId id="264" r:id="rId17"/>
    <p:sldId id="275" r:id="rId18"/>
    <p:sldId id="273" r:id="rId19"/>
    <p:sldId id="276" r:id="rId20"/>
    <p:sldId id="272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A47D8B-E549-0E50-134B-A9A30930D78E}" v="3" dt="2026-03-19T09:41:16.386"/>
    <p1510:client id="{ACBBF870-109E-ECE4-15BC-CFAECE95D290}" v="3" dt="2026-03-18T03:51:50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Goraksha" userId="S::v027rag@cathaypacific.com::c056de37-51c8-4484-b6f8-5d3e0cbbe99b" providerId="AD" clId="Web-{ACBBF870-109E-ECE4-15BC-CFAECE95D290}"/>
    <pc:docChg chg="addSld modSld">
      <pc:chgData name="Rahul Goraksha" userId="S::v027rag@cathaypacific.com::c056de37-51c8-4484-b6f8-5d3e0cbbe99b" providerId="AD" clId="Web-{ACBBF870-109E-ECE4-15BC-CFAECE95D290}" dt="2026-03-18T03:51:50.136" v="1"/>
      <pc:docMkLst>
        <pc:docMk/>
      </pc:docMkLst>
      <pc:sldChg chg="addSp modSp new">
        <pc:chgData name="Rahul Goraksha" userId="S::v027rag@cathaypacific.com::c056de37-51c8-4484-b6f8-5d3e0cbbe99b" providerId="AD" clId="Web-{ACBBF870-109E-ECE4-15BC-CFAECE95D290}" dt="2026-03-18T03:51:50.136" v="1"/>
        <pc:sldMkLst>
          <pc:docMk/>
          <pc:sldMk cId="3188713107" sldId="277"/>
        </pc:sldMkLst>
        <pc:picChg chg="add mod">
          <ac:chgData name="Rahul Goraksha" userId="S::v027rag@cathaypacific.com::c056de37-51c8-4484-b6f8-5d3e0cbbe99b" providerId="AD" clId="Web-{ACBBF870-109E-ECE4-15BC-CFAECE95D290}" dt="2026-03-18T03:51:50.136" v="1"/>
          <ac:picMkLst>
            <pc:docMk/>
            <pc:sldMk cId="3188713107" sldId="277"/>
            <ac:picMk id="2" creationId="{017BEC8C-50B2-5BCF-C6DE-D421970F7568}"/>
          </ac:picMkLst>
        </pc:picChg>
      </pc:sldChg>
    </pc:docChg>
  </pc:docChgLst>
  <pc:docChgLst>
    <pc:chgData name="Rahul Goraksha" userId="S::v027rag@cathaypacific.com::c056de37-51c8-4484-b6f8-5d3e0cbbe99b" providerId="AD" clId="Web-{1FA47D8B-E549-0E50-134B-A9A30930D78E}"/>
    <pc:docChg chg="addSld modSld">
      <pc:chgData name="Rahul Goraksha" userId="S::v027rag@cathaypacific.com::c056de37-51c8-4484-b6f8-5d3e0cbbe99b" providerId="AD" clId="Web-{1FA47D8B-E549-0E50-134B-A9A30930D78E}" dt="2026-03-19T09:41:14.402" v="1"/>
      <pc:docMkLst>
        <pc:docMk/>
      </pc:docMkLst>
      <pc:sldChg chg="addSp modSp new">
        <pc:chgData name="Rahul Goraksha" userId="S::v027rag@cathaypacific.com::c056de37-51c8-4484-b6f8-5d3e0cbbe99b" providerId="AD" clId="Web-{1FA47D8B-E549-0E50-134B-A9A30930D78E}" dt="2026-03-19T09:41:14.402" v="1"/>
        <pc:sldMkLst>
          <pc:docMk/>
          <pc:sldMk cId="404660661" sldId="278"/>
        </pc:sldMkLst>
        <pc:picChg chg="add mod">
          <ac:chgData name="Rahul Goraksha" userId="S::v027rag@cathaypacific.com::c056de37-51c8-4484-b6f8-5d3e0cbbe99b" providerId="AD" clId="Web-{1FA47D8B-E549-0E50-134B-A9A30930D78E}" dt="2026-03-19T09:41:14.402" v="1"/>
          <ac:picMkLst>
            <pc:docMk/>
            <pc:sldMk cId="404660661" sldId="278"/>
            <ac:picMk id="2" creationId="{DC1F5328-4D72-93D4-AACB-B001791090DC}"/>
          </ac:picMkLst>
        </pc:picChg>
      </pc:sldChg>
    </pc:docChg>
  </pc:docChgLst>
  <pc:docChgLst>
    <pc:chgData name="Rahul Goraksha" userId="S::v027rag@cathaypacific.com::c056de37-51c8-4484-b6f8-5d3e0cbbe99b" providerId="AD" clId="Web-{EE3D9A39-4131-0799-511C-8FB0B51C79B4}"/>
    <pc:docChg chg="addSld modSld">
      <pc:chgData name="Rahul Goraksha" userId="S::v027rag@cathaypacific.com::c056de37-51c8-4484-b6f8-5d3e0cbbe99b" providerId="AD" clId="Web-{EE3D9A39-4131-0799-511C-8FB0B51C79B4}" dt="2026-03-17T03:08:46.568" v="2"/>
      <pc:docMkLst>
        <pc:docMk/>
      </pc:docMkLst>
      <pc:sldChg chg="addSp modSp new">
        <pc:chgData name="Rahul Goraksha" userId="S::v027rag@cathaypacific.com::c056de37-51c8-4484-b6f8-5d3e0cbbe99b" providerId="AD" clId="Web-{EE3D9A39-4131-0799-511C-8FB0B51C79B4}" dt="2026-03-17T03:08:46.568" v="2"/>
        <pc:sldMkLst>
          <pc:docMk/>
          <pc:sldMk cId="2649072999" sldId="276"/>
        </pc:sldMkLst>
        <pc:picChg chg="add mod">
          <ac:chgData name="Rahul Goraksha" userId="S::v027rag@cathaypacific.com::c056de37-51c8-4484-b6f8-5d3e0cbbe99b" providerId="AD" clId="Web-{EE3D9A39-4131-0799-511C-8FB0B51C79B4}" dt="2026-03-17T03:08:46.568" v="2"/>
          <ac:picMkLst>
            <pc:docMk/>
            <pc:sldMk cId="2649072999" sldId="276"/>
            <ac:picMk id="2" creationId="{EED31407-BE44-439E-0A86-86A677BB623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C920-20FA-4068-9C5C-23CC2CF32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6A2D9-2BF9-44BE-9989-274AB7172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B4524-6E0C-4A38-B9A8-5F8A97FA4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4929-33F8-4105-94EB-A1A2512D2C6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3CC49-ADFD-4578-BFFF-8D3CDEFE1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48494-36D2-4407-A487-3110F430C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D650-5FF2-4D8C-8D3E-B0F3786580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70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64085-F45C-4AC0-AF6D-684DF9708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ED94E-5FEC-45BD-AA33-CBBFFCA1F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DF420-4FCC-4777-ADFA-7E038C14B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4929-33F8-4105-94EB-A1A2512D2C6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C4654-E8E8-48CA-824E-D7105C438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4C6F-9571-4987-9948-7D2D286B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D650-5FF2-4D8C-8D3E-B0F3786580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BA0A4-B597-46EF-83D3-F14D1ED0E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FAFDC-7201-4878-8691-656FD6BAE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DC641-4162-49F8-B40B-4C977E26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4929-33F8-4105-94EB-A1A2512D2C6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202F9-D436-491A-8B68-F405E27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0425B-6FF7-4172-B079-BEE630B2D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D650-5FF2-4D8C-8D3E-B0F3786580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57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ED9C-9E72-41E4-9B5F-1A735C7B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98E74-99D1-447D-A44C-9F9D36045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B9EC35-1BCD-4435-88C4-5A810A970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85030-F093-4680-AC40-1DEE929CF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4929-33F8-4105-94EB-A1A2512D2C6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9E69D-2024-48C6-8CB9-D6A79C87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96E76-7416-45A4-8B3A-4262D285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D650-5FF2-4D8C-8D3E-B0F3786580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3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5B6DC-B766-488E-8A91-A10BCC45F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D310A-5750-4CFC-AB3C-51BC968B4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42AAA-6664-4AB6-81EF-3A451A465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0FF8B2-3D18-4985-AF12-5C3169AA3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7CE061-2354-4A0C-A869-8DD2FCA69B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878BA-7816-479B-A58D-BBC0B9CDD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4929-33F8-4105-94EB-A1A2512D2C6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F3417C-43E5-4529-B6C5-6022E513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4946B-BFE1-4364-8E4B-5F2E6B1E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D650-5FF2-4D8C-8D3E-B0F3786580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14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12AF-BEE1-41FF-9122-3F200F81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2351D1-1BE4-46AA-BA8F-BECCA0479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4929-33F8-4105-94EB-A1A2512D2C6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F554A-B12F-4778-9BBF-975D62BC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5E970-B880-40E0-96C1-3A2C51F7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D650-5FF2-4D8C-8D3E-B0F3786580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07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2B189-A8CF-444F-88F2-AED65DD6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4929-33F8-4105-94EB-A1A2512D2C6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86CBD9-A3E4-4AE8-8768-2EC3ACB33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022EC-BC89-4C73-B679-653DA96B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D650-5FF2-4D8C-8D3E-B0F3786580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47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DBFA-7A8E-4AB4-AB17-1D8FF6C60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61A1B-6B94-43AC-B3BF-C8431B9A9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694C5-C57D-4B0A-8275-10821C7C3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58704-8E27-43DE-94B6-6B510C4AA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4929-33F8-4105-94EB-A1A2512D2C6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F3EA4-FB03-45D8-9687-F33E4C5E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7C70D-721D-40AC-B106-F1742062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D650-5FF2-4D8C-8D3E-B0F3786580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788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FFB98-8F55-4080-BE71-8C789B77D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F1FEA-723A-4909-9974-6A7033BEA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4B907-F873-4823-A6AB-38045272B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A7595-EA53-405B-8799-EFEBF1BC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4929-33F8-4105-94EB-A1A2512D2C6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207CA-85F1-408A-A85F-D289A7E9E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BD962-7D72-4541-AB92-75A9C7DC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D650-5FF2-4D8C-8D3E-B0F3786580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234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6115-76FE-4ED4-9D41-990EFCC8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8A026-F12E-4419-8451-8066F5201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A6425-7E70-47C5-8640-0370A4978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4929-33F8-4105-94EB-A1A2512D2C6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6E2C6-3BDF-4EC5-B55F-B60EF38EC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07B8B-76F8-44BA-A1CC-5A7A3330A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D650-5FF2-4D8C-8D3E-B0F3786580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24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CA72A2-6361-4F0E-8D90-9A141F7CC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6BE93-E1CD-42CE-B553-E629303C7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0E43A-9159-4DFE-BC63-213C59AC7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4929-33F8-4105-94EB-A1A2512D2C6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48BE8-58E3-484F-9E5F-B26F88FF4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B6E7F-CCCB-40B2-A0A5-3C81BB243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D650-5FF2-4D8C-8D3E-B0F3786580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174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3A4EB4-4D4E-40A0-B2DD-C985D8996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6ED00-E3FC-4581-84F0-52C81F6DB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4772E-CA41-4765-BDE7-A8ACFE6AD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B4929-33F8-4105-94EB-A1A2512D2C6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E7356-23B8-495A-BB03-3C538D6A2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97B4-067B-4A94-94B3-1628A90BA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DD650-5FF2-4D8C-8D3E-B0F3786580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99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DE2B-E863-4A9E-B514-19AF4129B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783" y="1122363"/>
            <a:ext cx="11325138" cy="2387600"/>
          </a:xfrm>
        </p:spPr>
        <p:txBody>
          <a:bodyPr anchor="ctr"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Onboarding Training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CA596-648B-4018-B212-9F0C653361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Closure: Automate an email to the new joiner marking the closure of his/her onboarding training.</a:t>
            </a:r>
          </a:p>
        </p:txBody>
      </p:sp>
    </p:spTree>
    <p:extLst>
      <p:ext uri="{BB962C8B-B14F-4D97-AF65-F5344CB8AC3E}">
        <p14:creationId xmlns:p14="http://schemas.microsoft.com/office/powerpoint/2010/main" val="618786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68607-3EF7-4E71-8BF3-9652DB0FCC84}"/>
              </a:ext>
            </a:extLst>
          </p:cNvPr>
          <p:cNvSpPr txBox="1"/>
          <p:nvPr/>
        </p:nvSpPr>
        <p:spPr>
          <a:xfrm>
            <a:off x="713063" y="3244334"/>
            <a:ext cx="91691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new entry in the SharePoint list for the new user 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280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AF24A5-E247-49BD-8A84-58B6EC256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73" y="342741"/>
            <a:ext cx="11754454" cy="61725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57B4BD-F24C-4483-84E1-61E2394ADF04}"/>
              </a:ext>
            </a:extLst>
          </p:cNvPr>
          <p:cNvSpPr/>
          <p:nvPr/>
        </p:nvSpPr>
        <p:spPr>
          <a:xfrm>
            <a:off x="528506" y="4907560"/>
            <a:ext cx="9739619" cy="5536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317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280399-2AA0-42AC-94CD-B38462123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56" y="2023785"/>
            <a:ext cx="10938936" cy="281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51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68607-3EF7-4E71-8BF3-9652DB0FCC84}"/>
              </a:ext>
            </a:extLst>
          </p:cNvPr>
          <p:cNvSpPr txBox="1"/>
          <p:nvPr/>
        </p:nvSpPr>
        <p:spPr>
          <a:xfrm>
            <a:off x="713063" y="3244334"/>
            <a:ext cx="91691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will receive mail after one day delay after the DOJ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83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D1F89C-5129-4ADB-9EB4-E07018ACD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298" y="1025401"/>
            <a:ext cx="6877403" cy="48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24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68607-3EF7-4E71-8BF3-9652DB0FCC84}"/>
              </a:ext>
            </a:extLst>
          </p:cNvPr>
          <p:cNvSpPr txBox="1"/>
          <p:nvPr/>
        </p:nvSpPr>
        <p:spPr>
          <a:xfrm>
            <a:off x="713063" y="3244334"/>
            <a:ext cx="106372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SharePoint will get updated with the Email Sent to the New User about Training Instructions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637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B42FB86-3AE8-450F-8519-34671C84D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28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0562F2-4BE8-412D-AA74-8F9ABE60E9E3}"/>
              </a:ext>
            </a:extLst>
          </p:cNvPr>
          <p:cNvSpPr/>
          <p:nvPr/>
        </p:nvSpPr>
        <p:spPr>
          <a:xfrm>
            <a:off x="704675" y="5125674"/>
            <a:ext cx="9739619" cy="5536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247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0635AC-7EB5-46E6-8AC4-07DFEA5C0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448" y="761863"/>
            <a:ext cx="5893103" cy="533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5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68607-3EF7-4E71-8BF3-9652DB0FCC84}"/>
              </a:ext>
            </a:extLst>
          </p:cNvPr>
          <p:cNvSpPr txBox="1"/>
          <p:nvPr/>
        </p:nvSpPr>
        <p:spPr>
          <a:xfrm>
            <a:off x="713063" y="3244334"/>
            <a:ext cx="91691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will tend to fill out the form based on Mandatory or Miscellaneous 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073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14429-71B2-47A7-8506-E76171B40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69" y="1494833"/>
            <a:ext cx="11063261" cy="41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16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68607-3EF7-4E71-8BF3-9652DB0FCC84}"/>
              </a:ext>
            </a:extLst>
          </p:cNvPr>
          <p:cNvSpPr txBox="1"/>
          <p:nvPr/>
        </p:nvSpPr>
        <p:spPr>
          <a:xfrm>
            <a:off x="713063" y="3244334"/>
            <a:ext cx="9169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3 days of delay once the user fill out the form it will notify him about the successful completion if chosen the Miscellaneous Training or else send a mail to complete the Miscellaneous Training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117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26A04-3AEC-439A-86AD-26FAD66A6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422" y="1400070"/>
            <a:ext cx="6909155" cy="405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86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D0974-BE5A-438A-AC58-7072FED2D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021" y="1704886"/>
            <a:ext cx="6959958" cy="344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97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68607-3EF7-4E71-8BF3-9652DB0FCC84}"/>
              </a:ext>
            </a:extLst>
          </p:cNvPr>
          <p:cNvSpPr txBox="1"/>
          <p:nvPr/>
        </p:nvSpPr>
        <p:spPr>
          <a:xfrm>
            <a:off x="713063" y="3244334"/>
            <a:ext cx="9169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Successfully completes the Mandatory then the SharePoint list will get finally updated saying the specific user has completed the Training from his end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159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FB88D7-E5F3-4F91-B3FD-ECF0D3BBF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98" y="390369"/>
            <a:ext cx="11760804" cy="60772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B53260F-290F-45E4-AFF8-A3F04B794CF8}"/>
              </a:ext>
            </a:extLst>
          </p:cNvPr>
          <p:cNvSpPr/>
          <p:nvPr/>
        </p:nvSpPr>
        <p:spPr>
          <a:xfrm>
            <a:off x="469783" y="4756558"/>
            <a:ext cx="9739619" cy="5536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872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68607-3EF7-4E71-8BF3-9652DB0FCC84}"/>
              </a:ext>
            </a:extLst>
          </p:cNvPr>
          <p:cNvSpPr txBox="1"/>
          <p:nvPr/>
        </p:nvSpPr>
        <p:spPr>
          <a:xfrm>
            <a:off x="520117" y="1004474"/>
            <a:ext cx="91691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Test: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Robin Joined on 16 March – IT Team – Delay of One Day – Sent Mail </a:t>
            </a:r>
          </a:p>
          <a:p>
            <a:pPr marL="457200" indent="-45720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Karl Joined on 17 March – Fares Team – Delay of One Day – Sent Mail 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850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6D77EC-D470-4B2A-AB89-AA22AD340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25" y="292100"/>
            <a:ext cx="11842750" cy="627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68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">
            <a:extLst>
              <a:ext uri="{FF2B5EF4-FFF2-40B4-BE49-F238E27FC236}">
                <a16:creationId xmlns:a16="http://schemas.microsoft.com/office/drawing/2014/main" id="{EED31407-BE44-439E-0A86-86A677BB6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3059"/>
            <a:ext cx="12192000" cy="613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72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DF5FE5-B6D8-49FB-AC49-7D90C2491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46" y="304639"/>
            <a:ext cx="11824308" cy="624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72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7BEC8C-50B2-5BCF-C6DE-D421970F7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317"/>
            <a:ext cx="12192000" cy="631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13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1F5328-4D72-93D4-AACB-B00179109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552"/>
            <a:ext cx="12192000" cy="607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60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167</Words>
  <Application>Microsoft Office PowerPoint</Application>
  <PresentationFormat>Widescreen</PresentationFormat>
  <Paragraphs>12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Onboarding Training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 Training</dc:title>
  <dc:creator>Rahul Goraksha</dc:creator>
  <cp:lastModifiedBy>Rahul Goraksha</cp:lastModifiedBy>
  <cp:revision>16</cp:revision>
  <dcterms:created xsi:type="dcterms:W3CDTF">2026-03-16T06:31:40Z</dcterms:created>
  <dcterms:modified xsi:type="dcterms:W3CDTF">2026-03-19T09:41:25Z</dcterms:modified>
</cp:coreProperties>
</file>