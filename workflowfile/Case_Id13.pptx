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3CBD-9E89-495F-9777-93A5E1B89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E6FD9-2D92-4D77-81E2-CF543CE91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2AA7B-4ACA-4552-9370-BCBC58394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762EF-F0A3-45F5-B566-054BB387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AE310-DAFE-4353-8FCF-8C56C59E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17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3210-7ED3-433F-BBB7-EB9F31B2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3056F-B205-4C5E-9E8C-69E0DD662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0EBAF-B52E-41FB-8F1B-65E26B85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A6C61-7621-4C29-B425-36E1AEEE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6D039-FD10-40D0-AE82-2DEE68AB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90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8FA3-E4F5-4A6C-933A-BF50B7D9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9DA4D-011B-4C34-BB60-B5543130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E0A87-21CC-4E55-B07D-639F7AAE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E965F-EF26-4532-A54B-3625B0F8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A17ED-1424-4FA1-A78B-698116DC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13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F2D3-76A5-4CC9-A0AB-57407314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3A9A-42AA-4511-A8D2-B7EA98B12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74868-70B5-461A-B63A-3D1A9386F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2445B-17F5-4EC6-920D-458CC35F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7DBE4-7555-4287-A11E-0B132B6A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52CC3-6444-4AC2-A3CF-3BFC22E5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88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6154-CA80-4B2E-AF42-E03752EE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A09EB-3239-4133-88A4-1E7EF1FF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7E3C9-B10C-49A7-AD69-06A72C3EE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1C70E-3FE9-45B1-981A-CF77C8CAE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FEBE3-5D15-42D8-A53D-BE50DCE51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8029E-6431-4893-8048-490C20211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DADC6-9529-4005-8443-1C5E0DCB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B383E-8352-446C-B361-B9671947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50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E5B1-7311-46A7-AC00-4802226E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2B6A52-BE15-482D-B4C3-273FD594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CC601-EA5C-45D6-926C-2DD9FEA8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E4669-31B1-4B9E-8C98-E922C6F7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4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97F18-AADE-4528-B251-5E03D86D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3A343-CCD4-433A-86C8-9C6944E9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7136C-94E5-458E-83C3-11670BCB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21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E8BF-10EE-4F45-8034-DAD3474C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D9A5-42D7-4334-ADA2-5BD6C8DC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0ABAD-13F2-4FFE-A2E6-2935B2617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80E67-6FE7-4DDF-A1F3-49F8D552F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42DE6-A63F-4941-8434-B947A4BE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4448E-A81E-45D5-8067-E4B8D706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94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A67B-4BC5-432C-AC88-7CD2684C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35490-E51B-46BC-8127-827131261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DEE38-88FC-46D5-B3DC-664E5DD9E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86BE8-46BF-467D-A335-438367EC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37A9A-BEC9-4DE1-91A3-E85FA2DB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76A44-F79B-4226-AF80-4702A34D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04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CBBF-A332-4589-9C79-F074F9D7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82E62-91F4-4F0A-84A3-322B1645B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1F019-F463-46A1-9532-6D554BA5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C4606-690E-4E0D-9054-7F17198D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AB8C-B7D1-4821-A007-C94C48AE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66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A5AFF-6DCB-4D06-B31A-78D02FCC1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343CF-B4BD-45FF-AE2A-FD3E8AB49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B3262-8813-4AA4-9C4F-CF32A447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7404D-83FE-4A5A-8A6F-D3FDB9B8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A759A-05AE-4BC1-B1F8-E418E955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37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7F5FCD-339B-43B2-B8C2-3CF6A0B2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19E85-03DE-4B3F-B297-16A6533D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0E89E-91CE-4FD9-80C8-E55DE6985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3E697-5A06-4B48-A9F5-6E0D18D5988B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ED4E-545B-47F0-BA19-7619E8B52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08243-F55A-446D-8BDA-4B2610321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F1641-AB62-4CAF-A652-35F0A9D4A0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67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BD588-78E9-4540-8D1C-32640FC7A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173" y="118300"/>
            <a:ext cx="2376433" cy="2384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6863D-D936-4BC8-AAC3-ADD4C8470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188" y="524313"/>
            <a:ext cx="3569750" cy="1031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1DDC2-6784-48A1-A435-3856570DB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899" y="4592280"/>
            <a:ext cx="2578407" cy="1741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29B489-8D54-4983-831E-0303FF920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675"/>
            <a:ext cx="1790792" cy="1562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57521D-4A47-4ADE-B785-815C790A32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390" y="3792738"/>
            <a:ext cx="1644735" cy="26290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7BAAAE-0AE7-499A-8C03-F4E7BF8B16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712" y="3997735"/>
            <a:ext cx="3166969" cy="2741965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111C6EAE-41FC-40AB-8A9F-4912C889387D}"/>
              </a:ext>
            </a:extLst>
          </p:cNvPr>
          <p:cNvSpPr/>
          <p:nvPr/>
        </p:nvSpPr>
        <p:spPr>
          <a:xfrm>
            <a:off x="545284" y="2502707"/>
            <a:ext cx="805344" cy="16499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5CEE1FA-4C38-433B-B0A1-99CFDD175419}"/>
              </a:ext>
            </a:extLst>
          </p:cNvPr>
          <p:cNvSpPr/>
          <p:nvPr/>
        </p:nvSpPr>
        <p:spPr>
          <a:xfrm>
            <a:off x="4162337" y="2728121"/>
            <a:ext cx="805344" cy="16499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F81F44F-11A7-4B8A-8B7C-F0DEE52D6480}"/>
              </a:ext>
            </a:extLst>
          </p:cNvPr>
          <p:cNvSpPr/>
          <p:nvPr/>
        </p:nvSpPr>
        <p:spPr>
          <a:xfrm>
            <a:off x="7867371" y="2713042"/>
            <a:ext cx="805344" cy="16499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4957AD8-BBFF-4D6A-B997-E81D6931A54B}"/>
              </a:ext>
            </a:extLst>
          </p:cNvPr>
          <p:cNvSpPr/>
          <p:nvPr/>
        </p:nvSpPr>
        <p:spPr>
          <a:xfrm rot="5400000">
            <a:off x="10177934" y="2585896"/>
            <a:ext cx="805344" cy="16499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D2DC3B8-CD11-4577-806D-6B04D380563F}"/>
              </a:ext>
            </a:extLst>
          </p:cNvPr>
          <p:cNvSpPr/>
          <p:nvPr/>
        </p:nvSpPr>
        <p:spPr>
          <a:xfrm flipH="1">
            <a:off x="5385628" y="4687797"/>
            <a:ext cx="805344" cy="16499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211C041-625C-425C-9CFE-F458AEA87606}"/>
              </a:ext>
            </a:extLst>
          </p:cNvPr>
          <p:cNvSpPr/>
          <p:nvPr/>
        </p:nvSpPr>
        <p:spPr>
          <a:xfrm flipH="1">
            <a:off x="8246769" y="4687797"/>
            <a:ext cx="805344" cy="16499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77499E-D1B1-4F4A-A42A-71D0C516C8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937" y="379642"/>
            <a:ext cx="2058928" cy="204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6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Goraksha</dc:creator>
  <cp:lastModifiedBy>Rahul Goraksha</cp:lastModifiedBy>
  <cp:revision>2</cp:revision>
  <dcterms:created xsi:type="dcterms:W3CDTF">2026-03-24T04:26:25Z</dcterms:created>
  <dcterms:modified xsi:type="dcterms:W3CDTF">2026-03-24T04:38:32Z</dcterms:modified>
</cp:coreProperties>
</file>