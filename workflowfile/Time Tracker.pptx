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57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ECD9-446A-4B9C-A344-9703B1ABF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F13A8-C1E5-4937-9063-A46CC0789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7D94-19A9-4899-B7B5-7EE0AC6D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04162-B214-4FF0-B9AC-D2F9303A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106EC-B9F7-4CC4-85A4-8CEF8F12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6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FE70-380E-4BA1-BA80-A26CEEBA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53A-135B-4D2A-B33E-8E4AC1EEC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D9311-4318-479C-A59C-A01A1A23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ADF1F-21DC-45D3-8A4B-8394D66F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3992E-52D7-49A8-A9C7-D1F0951C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01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990A-9454-4223-827E-B2E67093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2B210-9B2D-44A8-8FEB-FBF6520D0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75CA7-82A1-4C68-AA27-EA1C12078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32D4-D8BD-4FB5-988F-1688EF43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F3B4E-3A2F-4597-BA6D-D4E333DC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93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544B-81FE-43BB-9211-B3F98AB2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57ECB-9CBC-44A4-839F-A3034698E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9214F-A480-4671-9AF2-EED035336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7F3F8-F993-46D8-974D-2FCCC798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65702-C6D4-4947-96B5-CEC179BD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CFFD9-A06F-4A53-B9E4-B5A2FC2E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8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3507-C0D4-433A-B3E1-B9A03979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CC8EC-BC80-4A4F-BBF8-BC3F2137D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2AD8E-0A03-4A8A-961D-F261CE1C7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2604E-5366-4D58-B708-D9420B943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3900A-EA81-4890-B335-EA76C715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AA3C4-236F-403E-A925-D1DE2AEA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B851E-BCE0-4147-B1A7-9EDB8299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50B06-77DD-4A22-BAB7-BE43BCCF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7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EAFE-56C0-4628-828B-63790BBE2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14B3C0-75C7-481E-9D25-83C9635E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30919-0A84-4123-9833-3F150462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42AB2-F262-43E9-BC10-E56DC643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78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519F24-D634-42E9-8E3F-E5893364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B885E-7E09-4C42-A4A8-8F2DFFBF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F9A11-50DE-476F-BA80-5D52687CF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31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D7CD-AB24-40D5-AE26-70F7FAAB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72595-C8C7-4214-9050-642C63F10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71BD7-2680-43ED-86CA-6D9AD7A3C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FC991-C138-48AD-9517-A519EBA5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5851F-59DE-4CEC-9302-964F5E43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15070-A53E-4E0A-9698-4D19DFD4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88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3EBC4-B864-4DC5-824B-AC2718FB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EA489-C927-4F6F-B4FB-A4722A738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B596E-E159-4958-B576-98F239621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A39AD-0626-4F35-A803-4B00359C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2C651-2D33-4CCE-BAC0-79F9009C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1B5FF-6B49-4A75-BB67-3C4B8BB9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188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4E68-8A43-40EF-8E49-D5896EA7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1A7B9-84A3-4B3E-81B3-DF60B9978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8A94A-35B8-47AF-8E6E-DEC8C6FE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BEEB-F165-4A41-9BA0-BC97B9083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341BF-6F20-4ABE-82D1-B33B3DCD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06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F388D-FC67-4CCB-9ED2-D7FB5205C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1CA8B-CDBF-4B8E-91AF-62477DE8C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F757C-320E-4268-BEC9-8EE386E6E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9086-A25D-4566-A1E7-70F0AD33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2A8C-DD5D-4576-95DB-D726316A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17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2678BB-D4F4-4158-BB86-EAE8CDB5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426D9-ECA1-465D-9203-6267EB6D5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C8EF5-526B-442D-A04C-C829BD7D9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EEDC3-2DC3-48AC-B155-CD0ED60C9B35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607CF-2572-419C-9373-7D96E7875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A6D28-2D6E-4893-9F44-F76B02AE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F538A-1532-46DE-8D82-CFE764AE95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81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06A3-3F5D-4D30-A5D6-9524816E4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Tracker 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1ECA5-7368-499A-B8DD-AB45ABFB6C82}"/>
              </a:ext>
            </a:extLst>
          </p:cNvPr>
          <p:cNvSpPr txBox="1"/>
          <p:nvPr/>
        </p:nvSpPr>
        <p:spPr>
          <a:xfrm>
            <a:off x="546682" y="3853912"/>
            <a:ext cx="11098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Challenge: </a:t>
            </a:r>
          </a:p>
          <a:p>
            <a:pPr algn="ctr"/>
            <a:r>
              <a:rPr lang="en-GB" dirty="0"/>
              <a:t>The file is formula based. So any change in the formula may not give the correct tracking.</a:t>
            </a:r>
          </a:p>
        </p:txBody>
      </p:sp>
    </p:spTree>
    <p:extLst>
      <p:ext uri="{BB962C8B-B14F-4D97-AF65-F5344CB8AC3E}">
        <p14:creationId xmlns:p14="http://schemas.microsoft.com/office/powerpoint/2010/main" val="2041868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38DF7F-A504-472F-A9AF-E0FC5B8EC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974" y="1566831"/>
            <a:ext cx="4639519" cy="373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24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7E5F4-13A0-4CA7-8093-53E3D956E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054" y="988846"/>
            <a:ext cx="6203163" cy="499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2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D3F920-5BA8-4536-94E7-FDA108A1A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452" y="342741"/>
            <a:ext cx="4769095" cy="61725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C21DBC-D681-43BD-ADA6-1BAC318B477C}"/>
              </a:ext>
            </a:extLst>
          </p:cNvPr>
          <p:cNvSpPr/>
          <p:nvPr/>
        </p:nvSpPr>
        <p:spPr>
          <a:xfrm>
            <a:off x="2365695" y="2013357"/>
            <a:ext cx="7357145" cy="1208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26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EA4E75-601B-445F-B16B-8CF6D2F57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95" y="848940"/>
            <a:ext cx="9693371" cy="509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73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EBD3B5-20E4-4782-AA83-6D2474399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996" y="216484"/>
            <a:ext cx="5465495" cy="651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8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F6C2E-E366-4923-A127-7BB57C3EF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51" y="1609631"/>
            <a:ext cx="11621097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1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54825D-2839-4763-B7ED-30C81D17A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87" y="1165084"/>
            <a:ext cx="9300467" cy="45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1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23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Time Tracker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Tracker</dc:title>
  <dc:creator>Rahul Goraksha</dc:creator>
  <cp:lastModifiedBy>Rahul Goraksha</cp:lastModifiedBy>
  <cp:revision>7</cp:revision>
  <dcterms:created xsi:type="dcterms:W3CDTF">2026-03-11T03:08:41Z</dcterms:created>
  <dcterms:modified xsi:type="dcterms:W3CDTF">2026-03-12T10:51:09Z</dcterms:modified>
</cp:coreProperties>
</file>